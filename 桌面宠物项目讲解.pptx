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2286000" cy="22860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76088" y="2286000"/>
            <a:ext cx="1645920" cy="201168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41848" y="3108960"/>
            <a:ext cx="914400" cy="1371600"/>
          </a:xfrm>
          <a:prstGeom prst="ellipse">
            <a:avLst/>
          </a:prstGeom>
          <a:solidFill>
            <a:srgbClr val="FF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96128" y="28346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36208" y="28346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2926080"/>
            <a:ext cx="137160" cy="137160"/>
          </a:xfrm>
          <a:prstGeom prst="ellipse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2926080"/>
            <a:ext cx="137160" cy="137160"/>
          </a:xfrm>
          <a:prstGeom prst="ellipse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桌面宠物  Desktop Pet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8C5A"/>
                </a:solidFill>
                <a:latin typeface="Microsoft YaHei"/>
              </a:defRPr>
            </a:pPr>
            <a:r>
              <a:rPr>
                <a:ea typeface="Microsoft YaHei"/>
              </a:rPr>
              <a:t>物光创新实验室 2026 年招新作品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Python + tkinter · 零素材 · 自包含可运行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45920"/>
            <a:ext cx="685800" cy="6858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招新任务与设计灵感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功能总览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六大核心功能模块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97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880360"/>
            <a:ext cx="685800" cy="6858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8803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核心交互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461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点击摸头 · 拖拽方向力学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97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288036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8803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346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环境感知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461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天气换装 · 声音跳舞 · 节日主题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1148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架构设计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480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模块划分与状态机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93192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4114800"/>
            <a:ext cx="685800" cy="6858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11480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技术实现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480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物理引擎 · Canvas矢量绘制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16636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" y="5349240"/>
            <a:ext cx="685800" cy="6858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303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问题与解决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715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开发难点与方案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166360"/>
            <a:ext cx="53035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37960" y="5349240"/>
            <a:ext cx="685800" cy="6858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34924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3035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总结与展望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715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成果回顾与未来计划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招新任务 · 设计灵感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🎯 招新任务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借助 AI Agent 自主完成一个小项目</a:t>
            </a:r>
          </a:p>
          <a:p>
            <a:pPr algn="l">
              <a:lnSpc>
                <a:spcPct val="18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方向不限，关注想法、实现与解决问题</a:t>
            </a:r>
          </a:p>
          <a:p>
            <a:pPr algn="l">
              <a:lnSpc>
                <a:spcPct val="18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于 2026.10.15 前开源至 GitHub</a:t>
            </a:r>
          </a:p>
          <a:p>
            <a:pPr algn="l">
              <a:lnSpc>
                <a:spcPct val="18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提交：源代码 + 讲解材料 + 仓库链接</a:t>
            </a:r>
          </a:p>
          <a:p>
            <a:pPr algn="l">
              <a:lnSpc>
                <a:spcPct val="18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需能独立运行、修改、解释并展示作品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548640"/>
          </a:xfrm>
          <a:prstGeom prst="rect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💡 设计灵感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一份桌宠功能需求清单（7 条创意）</a:t>
            </a:r>
          </a:p>
          <a:p>
            <a:pPr algn="l">
              <a:lnSpc>
                <a:spcPct val="16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点击互动、摸头、拖拽方向力学</a:t>
            </a:r>
          </a:p>
          <a:p>
            <a:pPr algn="l">
              <a:lnSpc>
                <a:spcPct val="16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声音触发跳舞、天气换装打伞</a:t>
            </a:r>
          </a:p>
          <a:p>
            <a:pPr algn="l">
              <a:lnSpc>
                <a:spcPct val="16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节日主题（春节鞭炮烟花）</a:t>
            </a:r>
          </a:p>
          <a:p>
            <a:pPr algn="l">
              <a:lnSpc>
                <a:spcPct val="16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待机学习/看书/睡觉/惊醒</a:t>
            </a:r>
          </a:p>
          <a:p>
            <a:pPr algn="l">
              <a:lnSpc>
                <a:spcPct val="160000"/>
              </a:lnSpc>
              <a:defRPr sz="15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手绘草图定义四方向拖拽物理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功能总览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六大核心模块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645920"/>
            <a:ext cx="1143000" cy="11430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64592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点击互动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点身体弹表情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点头部=摸头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0" y="1645920"/>
            <a:ext cx="1143000" cy="11430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64592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拖拽力学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2918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四方向物理动作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跳跃/飞跃/落体/滑行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46304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5480" y="1645920"/>
            <a:ext cx="1143000" cy="11430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64592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声音跳舞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2918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麦克风检测音量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自动触发跳舞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83080" y="4251960"/>
            <a:ext cx="1143000" cy="11430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425196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天气系统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自动定位+天气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换装/打伞/季节场景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06908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0" y="4251960"/>
            <a:ext cx="1143000" cy="11430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425196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48640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节日日历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8978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春节/中秋等主题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点击放烟花鞭炮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06908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55480" y="4251960"/>
            <a:ext cx="1143000" cy="11430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4251960"/>
            <a:ext cx="1143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48640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待机AI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89788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学习/看书/睡觉</a:t>
            </a:r>
          </a:p>
          <a:p>
            <a:pPr algn="ctr">
              <a:lnSpc>
                <a:spcPct val="130000"/>
              </a:lnSpc>
              <a:defRPr sz="12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点击惊醒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核心交互：点击与拖拽力学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Interaction &amp; Drag Physics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840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🐾 点击互动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点身体 → 随机表情气泡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嘿嘿~ / 哇! / (≧▽≦)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戳我干嘛~ / 好痒!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点头部 → 摸头动作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嗯~ / 舒服~ / 再摸摸~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点击睡觉的宠物 → 惊醒！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吓！！醒了&gt;_&lt;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694944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6949440" cy="502920"/>
          </a:xfrm>
          <a:prstGeom prst="rect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371600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✋ 拖拽方向力学（对应设计草图）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657600"/>
            <a:ext cx="640080" cy="77724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384048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2057400"/>
            <a:ext cx="1645920" cy="5029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0574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① 竖直向上→起跳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138160" y="2606040"/>
            <a:ext cx="0" cy="1051560"/>
          </a:xfrm>
          <a:prstGeom prst="bentConnector3">
            <a:avLst/>
          </a:prstGeom>
          <a:ln w="25400">
            <a:solidFill>
              <a:srgbClr val="FF8C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2331720"/>
            <a:ext cx="1737360" cy="5029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33172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② 斜向上→飞跃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852160" y="2834640"/>
            <a:ext cx="2011680" cy="914400"/>
          </a:xfrm>
          <a:prstGeom prst="bentConnector3">
            <a:avLst/>
          </a:prstGeom>
          <a:ln w="2540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5577840"/>
            <a:ext cx="1645920" cy="5029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5778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③ 竖直向下→落体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4434840"/>
            <a:ext cx="0" cy="1097280"/>
          </a:xfrm>
          <a:prstGeom prst="bentConnector3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01200" y="5303520"/>
            <a:ext cx="1737360" cy="5029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530352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④ 斜向下→滑行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0" y="4297680"/>
            <a:ext cx="1188720" cy="960120"/>
          </a:xfrm>
          <a:prstGeom prst="bentConnector3">
            <a:avLst/>
          </a:prstGeom>
          <a:ln w="25400">
            <a:solidFill>
              <a:srgbClr val="5DA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环境感知：天气与声音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Weather &amp;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🌤 天气系统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数据源：ip-api 定位 + open-meteo 天气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均免费，无需 API Key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温度换装（4 档）：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≥28°C 热天清凉装 / ≥18°C 暖装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≥8°C 凉爽装 / &lt;8°C 冬天厚衣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雨天 → 自动打小伞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大风(&gt;10m/s) → 伞被吹偏</a:t>
            </a:r>
          </a:p>
          <a:p>
            <a:pPr algn="l">
              <a:lnSpc>
                <a:spcPct val="145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四季场景：沙滩/草坪/奶茶/发抖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🎵 声音跳舞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依赖：sounddevice + numpy（可选）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原理：后台线程持续采样麦克风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计算 RMS 音量均方根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超过阈值(0.04) → 触发跳舞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跳舞动作：挥手 + 摆腿正弦波动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多段动作循环，声音停止即停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未装依赖时自动降级关闭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可右键菜单手动触发跳舞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节日日历与待机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Calendar &amp; Idle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📅 节日日历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内置 2026 主要节日日期表：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春节 2.17 / 端午 6.19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中秋 9.25 / 国庆 10.1-3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元旦 / 圣诞 / 跨年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春节主题：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待机显示红包🧧 + 鞭炮🧨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点击 → 烟花粒子爆炸特效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24 颗彩色粒子物理飞溅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不同节日切换不同待机风格</a:t>
            </a:r>
          </a:p>
          <a:p>
            <a:pPr algn="l">
              <a:lnSpc>
                <a:spcPct val="140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以食物/装饰变化为主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💤 待机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闲置 12 秒 → 随机进入待机：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📖 学习（看书 + 气泡）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📚 阅读（捧书 + 翻页）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😴 睡觉（闭眼 @@ + Zzz）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待机一段时间后 → 可能自动睡着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交互打断待机：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点击睡觉的宠物 → 惊醒状态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O_O 眼睛 + 张嘴 + "吓！！"</a:t>
            </a:r>
          </a:p>
          <a:p>
            <a:pPr algn="l">
              <a:lnSpc>
                <a:spcPct val="14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 35 帧后恢复 idle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Module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3048" y="1371600"/>
            <a:ext cx="4572000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137160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DesktopPet 桌宠主体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011680" y="2011680"/>
            <a:ext cx="4087368" cy="457200"/>
          </a:xfrm>
          <a:prstGeom prst="bentConnector3">
            <a:avLst/>
          </a:prstGeom>
          <a:ln w="1905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" y="2011680"/>
            <a:ext cx="0" cy="457200"/>
          </a:xfrm>
          <a:prstGeom prst="bentConnector3">
            <a:avLst/>
          </a:prstGeom>
          <a:ln w="1905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2011680"/>
            <a:ext cx="4078224" cy="457200"/>
          </a:xfrm>
          <a:prstGeom prst="bentConnector3">
            <a:avLst/>
          </a:prstGeom>
          <a:ln w="1905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468880"/>
            <a:ext cx="2926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292608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WeatherService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天气服务</a:t>
            </a:r>
          </a:p>
          <a:p>
            <a:pPr algn="ctr">
              <a:lnSpc>
                <a:spcPct val="120000"/>
              </a:lnSpc>
              <a:defRPr sz="11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IP定位+open-meteo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7448" y="2468880"/>
            <a:ext cx="2926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2468880"/>
            <a:ext cx="2926080" cy="45720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246888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FestivalService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节日日历</a:t>
            </a:r>
          </a:p>
          <a:p>
            <a:pPr algn="ctr">
              <a:lnSpc>
                <a:spcPct val="120000"/>
              </a:lnSpc>
              <a:defRPr sz="11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2026节日日期表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7112" y="2468880"/>
            <a:ext cx="2926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7112" y="2468880"/>
            <a:ext cx="2926080" cy="4572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46888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SoundMonitor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3017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1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声音监听</a:t>
            </a:r>
          </a:p>
          <a:p>
            <a:pPr algn="ctr">
              <a:lnSpc>
                <a:spcPct val="120000"/>
              </a:lnSpc>
              <a:defRPr sz="11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麦克风RMS检测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3657600"/>
            <a:ext cx="0" cy="457200"/>
          </a:xfrm>
          <a:prstGeom prst="bentConnector3">
            <a:avLst/>
          </a:prstGeom>
          <a:ln w="1905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3657600"/>
            <a:ext cx="0" cy="457200"/>
          </a:xfrm>
          <a:prstGeom prst="bentConnector3">
            <a:avLst/>
          </a:prstGeom>
          <a:ln w="1905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77272" y="3657600"/>
            <a:ext cx="0" cy="457200"/>
          </a:xfrm>
          <a:prstGeom prst="bentConnector3">
            <a:avLst/>
          </a:prstGeom>
          <a:ln w="1905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4114800"/>
            <a:ext cx="11091672" cy="5029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DesktopPet 内部组件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00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9377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状态机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12 种状态</a:t>
            </a:r>
          </a:p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自动流转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800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03320" y="4937760"/>
            <a:ext cx="457200" cy="4572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937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9377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物理引擎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重力+初速度</a:t>
            </a:r>
          </a:p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着陆检测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800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4937760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937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9377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Canvas绘制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矢量角色</a:t>
            </a:r>
          </a:p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表情/道具/场景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4800600"/>
            <a:ext cx="25603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81160" y="493776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4937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493776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事件循环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5486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30fps after()</a:t>
            </a:r>
          </a:p>
          <a:p>
            <a:pPr algn="ctr">
              <a:lnSpc>
                <a:spcPct val="120000"/>
              </a:lnSpc>
              <a:defRPr sz="100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鼠标/键盘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State Machine · Physics · Canvas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118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11880" cy="502920"/>
          </a:xfrm>
          <a:prstGeom prst="rect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状态机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154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12 种状态枚举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idle / happy / pat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drag / jump / leap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fall / slide / dance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study / read / sleep / wake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每帧 _update_state()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按计时器自动流转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跳跃→落地→idle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6118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3611880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物理引擎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3154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拖拽释放计算方向角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atan2(-dy, dx)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划分四个扇区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赋初速度 vx / vy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每帧加重力 0.7~0.8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触地(GROUND_Y)归零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滑行摩擦 0.88 衰减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71600"/>
            <a:ext cx="36118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3611880" cy="5029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Canvas 矢量绘制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3154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零外部图片素材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create_oval 身体/眼睛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create_arc 嘴巴/表情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create_polygon 耳朵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create_line 四肢/雨丝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表情靠切换画法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眨眼/闭眼/开心/^/</a:t>
            </a:r>
          </a:p>
          <a:p>
            <a:pPr algn="l">
              <a:lnSpc>
                <a:spcPct val="145000"/>
              </a:lnSpc>
              <a:defRPr sz="12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道具：伞/书/红包/鞭炮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问题与解决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Development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55448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Q 窗口透明背景跨平台不一致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Windows 用 -transparentcolor 抠色</a:t>
            </a:r>
          </a:p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非 Windows 降级为浅色背景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91440" cy="155448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270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Q 无外部图片如何表现角色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全部用 Canvas 矢量图形绘制</a:t>
            </a:r>
          </a:p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表情靠眼睛/嘴巴画法切换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54406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91440" cy="155448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644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Q 拖拽方向如何准确判断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atan2(-dy,dx) 计算角度</a:t>
            </a:r>
          </a:p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划分四个扇区对应四种动作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4406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91440" cy="155448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644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Q 声音检测依赖可能缺失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49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try/except 导入，缺失时</a:t>
            </a:r>
          </a:p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SOUND_AVAILABLE=False 降级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54406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91440" cy="155448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017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Q 天气 API 需要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用 open-meteo（免费无key）</a:t>
            </a:r>
          </a:p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+ ip-api 定位，均无需注册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92040"/>
            <a:ext cx="54406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892040"/>
            <a:ext cx="91440" cy="155448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00176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Q 节日为农历如何处理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486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预置 2026 农历转公历日期表</a:t>
            </a:r>
          </a:p>
          <a:p>
            <a:pPr algn="l">
              <a:lnSpc>
                <a:spcPct val="130000"/>
              </a:lnSpc>
              <a:defRPr sz="1200">
                <a:solidFill>
                  <a:srgbClr val="27AE60"/>
                </a:solidFill>
                <a:latin typeface="Microsoft YaHei"/>
              </a:defRPr>
            </a:pPr>
            <a:r>
              <a:rPr>
                <a:ea typeface="Microsoft YaHei"/>
              </a:rPr>
              <a:t>A  按 (月,日) 元组快速查找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运行方式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How to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🚀 基础运行（零依赖）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仅需 Python 3.8+ 标准库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4846320" cy="9144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7AE60"/>
                </a:solidFill>
                <a:latin typeface="Consolas"/>
              </a:defRPr>
            </a:pPr>
            <a:r>
              <a:rPr>
                <a:ea typeface="Consolas"/>
              </a:rPr>
              <a:t>python pet.py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✓ tkinter（内置 GUI 库）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✓ urllib（天气请求）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✓ datetime（节日判断）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✓ math（拖拽角度计算）</a:t>
            </a: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5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无任何 pip install 即可运行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🎵 启用声音跳舞（可选）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103120"/>
            <a:ext cx="4846320" cy="640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onsolas"/>
              </a:defRPr>
            </a:pPr>
            <a:r>
              <a:rPr>
                <a:ea typeface="Consolas"/>
              </a:rPr>
              <a:t>pip install sounddevice 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操作速查：</a:t>
            </a:r>
          </a:p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左键点身体 → 弹表情</a:t>
            </a:r>
          </a:p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左键点头部 → 摸头</a:t>
            </a:r>
          </a:p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按住拖拽 → 方向动作</a:t>
            </a:r>
          </a:p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点睡觉宠物 → 惊醒</a:t>
            </a:r>
          </a:p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右键 → 菜单</a:t>
            </a:r>
          </a:p>
          <a:p>
            <a:pPr algn="l">
              <a:lnSpc>
                <a:spcPct val="160000"/>
              </a:lnSpc>
              <a:defRPr sz="13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  Esc → 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73152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"/>
            <a:ext cx="9144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Summary &amp; Future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✅ 项目成果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单文件 pet.py 实现 6 大功能模块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零外部素材，Canvas 矢量全自包含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12 状态状态机 + 物理引擎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天气/节日/声音三大环境感知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可选依赖优雅降级，开箱即用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技术栈：Python + tkinter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开源协议：MIT License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GitHub：github.com/zhongwang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🔮 未来展望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动作随音乐风格变化（复杂版）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更多节日主题与食物变化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宠物成长系统 / 好感度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自定义角色皮肤导入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系统托盘常驻 + 开机自启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从一个想法，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到一个属于自己的开源项目。</a:t>
            </a:r>
          </a:p>
          <a:p>
            <a:pPr algn="l">
              <a:lnSpc>
                <a:spcPct val="150000"/>
              </a:lnSpc>
              <a:defRPr sz="1400">
                <a:solidFill>
                  <a:srgbClr val="2C3E50"/>
                </a:solidFill>
                <a:latin typeface="Microsoft YaHei"/>
              </a:defRPr>
            </a:pPr>
            <a:r>
              <a:rPr>
                <a:ea typeface="Microsoft YaHei"/>
              </a:rPr>
              <a:t>—— 期待在作品中认识你。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3200400" cy="3200400"/>
          </a:xfrm>
          <a:prstGeom prst="ellipse">
            <a:avLst/>
          </a:prstGeom>
          <a:solidFill>
            <a:srgbClr val="5DA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FF8C5A"/>
                </a:solidFill>
                <a:latin typeface="Microsoft YaHei"/>
              </a:defRPr>
            </a:pPr>
            <a:r>
              <a:rPr>
                <a:ea typeface="Microsoft YaHei"/>
              </a:rPr>
              <a:t>桌面宠物 Desktop 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rPr>
                <a:ea typeface="Microsoft YaHei"/>
              </a:rPr>
              <a:t>Python + tkinter · MIT License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DADE2"/>
                </a:solidFill>
                <a:latin typeface="Microsoft YaHei"/>
              </a:defRPr>
            </a:pPr>
            <a:r>
              <a:rPr>
                <a:ea typeface="Microsoft YaHei"/>
              </a:rPr>
              <a:t>github.com/zhongwang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